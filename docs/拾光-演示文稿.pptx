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拾光 · Shiguang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Windows 桌面信息收纳工具</a:t>
            </a:r>
          </a:p>
          <a:p/>
          <a:p>
            <a:r>
              <a:t>将微信里觉得重要但又杂乱的信息，一键收集整合，AI 帮你整理好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2194560"/>
            <a:ext cx="1828800" cy="54864"/>
          </a:xfrm>
          <a:prstGeom prst="rect">
            <a:avLst/>
          </a:prstGeom>
          <a:solidFill>
            <a:srgbClr val="C68A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为什么做这个项目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日常把重要的东西随手存进微信：学习方法、考研保研、竞赛通知、生活妙招…</a:t>
            </a:r>
          </a:p>
          <a:p>
            <a:pPr/>
            <a:r>
              <a:rPr b="1">
                <a:solidFill>
                  <a:srgbClr val="C68A3C"/>
                </a:solidFill>
              </a:rPr>
              <a:t>时间一长：主题混杂、时效不一、想找的时候翻半天</a:t>
            </a:r>
          </a:p>
          <a:p>
            <a:pPr/>
            <a:r>
              <a:rPr sz="2400" b="1"/>
              <a:t>痛点：信息「存了等于没存」</a:t>
            </a:r>
          </a:p>
          <a:p>
            <a:pPr/>
            <a:r>
              <a:rPr/>
              <a:t>拾光的思路：让「收藏」变成「整理」，让重要信息找得到、看得见、不遗忘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拾光是什么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一款 Windows 桌面信息收纳软件：托盘常驻 + 悬浮窗 + 内嵌看板</a:t>
            </a:r>
          </a:p>
          <a:p>
            <a:pPr/>
            <a:r>
              <a:rPr/>
              <a:t>全局热键 Ctrl+Shift+V，任何场景一键收纳（不只微信）</a:t>
            </a:r>
          </a:p>
          <a:p>
            <a:pPr/>
            <a:r>
              <a:rPr/>
              <a:t>AI 自动分类整理，看板 + 日历双视图查阅，到期自动提醒</a:t>
            </a:r>
          </a:p>
          <a:p>
            <a:pPr/>
            <a:r>
              <a:rPr b="1"/>
              <a:t>数据 100% 本地，隐私安全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>
                <a:solidFill>
                  <a:srgbClr val="2B2D42"/>
                </a:solidFill>
              </a:rPr>
              <a:t>① 悬浮窗 + 全局热键</a:t>
            </a:r>
          </a:p>
          <a:p>
            <a:pPr/>
            <a:r>
              <a:rPr/>
              <a:t>Ctrl+Shift+V 随时唤出，微信 / 网页 / 文档 / 截图都能一键收纳</a:t>
            </a:r>
          </a:p>
          <a:p>
            <a:pPr/>
            <a:r>
              <a:rPr b="1">
                <a:solidFill>
                  <a:srgbClr val="2B2D42"/>
                </a:solidFill>
              </a:rPr>
              <a:t>② AI 整理 + 三层保障</a:t>
            </a:r>
          </a:p>
          <a:p>
            <a:pPr/>
            <a:r>
              <a:rPr/>
              <a:t>原文 100% 保留 + 保存前预览确认 + 详情页可编辑，信息零丢失</a:t>
            </a:r>
          </a:p>
          <a:p>
            <a:pPr/>
            <a:r>
              <a:rPr b="1">
                <a:solidFill>
                  <a:srgbClr val="2B2D42"/>
                </a:solidFill>
              </a:rPr>
              <a:t>③ 看板 + 日历 + 到期提醒</a:t>
            </a:r>
          </a:p>
          <a:p>
            <a:pPr/>
            <a:r>
              <a:rPr/>
              <a:t>双视图查阅，到期弹 Windows 原生通知，重要信息不遗忘</a:t>
            </a:r>
          </a:p>
          <a:p>
            <a:pPr/>
            <a:r>
              <a:rPr b="1">
                <a:solidFill>
                  <a:srgbClr val="2B2D42"/>
                </a:solidFill>
              </a:rPr>
              <a:t>④ 全本地 + 可离线</a:t>
            </a:r>
          </a:p>
          <a:p>
            <a:pPr/>
            <a:r>
              <a:rPr/>
              <a:t>数据不出本机；断网时 AI 自动降级为规则分类，核心功能不受影响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使用流程：3 秒收纳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① 复制 / 拖入内容</a:t>
            </a:r>
          </a:p>
          <a:p>
            <a:pPr/>
            <a:r>
              <a:rPr/>
              <a:t>② Ctrl+Shift+V 唤出悬浮窗</a:t>
            </a:r>
          </a:p>
          <a:p>
            <a:pPr/>
            <a:r>
              <a:rPr/>
              <a:t>③ Enter → AI 分析整理（主题 / 重要度 / 效用期 / 截止）</a:t>
            </a:r>
          </a:p>
          <a:p>
            <a:pPr/>
            <a:r>
              <a:rPr/>
              <a:t>④ 预览确认（可修改）→ Enter 保存</a:t>
            </a:r>
          </a:p>
          <a:p>
            <a:pPr/>
            <a:r>
              <a:rPr/>
              <a:t>⑤ 单击托盘图标打开看板，查看 / 编辑 / 检索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自动分类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>
                <a:solidFill>
                  <a:srgbClr val="C68A3C"/>
                </a:solidFill>
              </a:rPr>
              <a:t>主题</a:t>
            </a:r>
          </a:p>
          <a:p>
            <a:pPr/>
            <a:r>
              <a:rPr/>
              <a:t>6 大类 + 自定义，自动收集新主题</a:t>
            </a:r>
          </a:p>
          <a:p>
            <a:pPr/>
            <a:r>
              <a:rPr b="1">
                <a:solidFill>
                  <a:srgbClr val="C68A3C"/>
                </a:solidFill>
              </a:rPr>
              <a:t>重要度 / 效用期</a:t>
            </a:r>
          </a:p>
          <a:p>
            <a:pPr/>
            <a:r>
              <a:rPr/>
              <a:t>重要度：高 / 中 / 低；效用期：短期 / 长期 / 永久</a:t>
            </a:r>
          </a:p>
          <a:p>
            <a:pPr/>
            <a:r>
              <a:rPr b="1">
                <a:solidFill>
                  <a:srgbClr val="C68A3C"/>
                </a:solidFill>
              </a:rPr>
              <a:t>截止日期</a:t>
            </a:r>
          </a:p>
          <a:p>
            <a:pPr/>
            <a:r>
              <a:rPr/>
              <a:t>自动识别时间，到期弹提醒</a:t>
            </a:r>
          </a:p>
          <a:p>
            <a:pPr/>
            <a:r>
              <a:rPr b="1">
                <a:solidFill>
                  <a:srgbClr val="C68A3C"/>
                </a:solidFill>
              </a:rPr>
              <a:t>聊天记录结构化</a:t>
            </a:r>
          </a:p>
          <a:p>
            <a:pPr/>
            <a:r>
              <a:rPr/>
              <a:t>识别多轮对话，提炼「主观点」+「分支」，原文 100% 保留</a:t>
            </a:r>
          </a:p>
          <a:p>
            <a:pPr/>
            <a:r>
              <a:rPr b="1">
                <a:solidFill>
                  <a:srgbClr val="C68A3C"/>
                </a:solidFill>
              </a:rPr>
              <a:t>公众号链接</a:t>
            </a:r>
          </a:p>
          <a:p>
            <a:pPr/>
            <a:r>
              <a:rPr/>
              <a:t>自动提取文章标题作为卡片标题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技术架构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463040"/>
          <a:ext cx="9966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/>
                <a:gridCol w="4983480"/>
              </a:tblGrid>
              <a:tr h="600891">
                <a:tc>
                  <a:txBody>
                    <a:bodyPr/>
                    <a:lstStyle/>
                    <a:p>
                      <a:r>
                        <a:t>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技术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Python 3.13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桌面 GUI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PySide6（托盘 + 悬浮窗 + QtWebEngine 内嵌看板）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本地服务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Flask（仅本机 127.0.0.1）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看板前端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原生 HTML / CSS / JS + Canvas 动画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数据存储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SQLite + 文件库（全本地）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r>
                        <a:t>AI 分类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DeepSeek API（断网自动降级为规则分类）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>
                <a:solidFill>
                  <a:srgbClr val="2B2D42"/>
                </a:solidFill>
              </a:rPr>
              <a:t>src/</a:t>
            </a:r>
          </a:p>
          <a:p>
            <a:pPr/>
            <a:r>
              <a:rPr/>
              <a:t>main.py（托盘 + 热键 + 悬浮窗 + 看板）· reminder.py（提醒）· storage/db.py（数据层）</a:t>
            </a:r>
          </a:p>
          <a:p>
            <a:pPr/>
            <a:r>
              <a:rPr/>
              <a:t>classifier/classifier.py（AI 分类 + 降级）· collector/floatwindow.py（悬浮窗）· web/（Flask + 前端）</a:t>
            </a:r>
          </a:p>
          <a:p>
            <a:pPr/>
            <a:r>
              <a:rPr b="1">
                <a:solidFill>
                  <a:srgbClr val="2B2D42"/>
                </a:solidFill>
              </a:rPr>
              <a:t>tests/</a:t>
            </a:r>
          </a:p>
          <a:p>
            <a:pPr/>
            <a:r>
              <a:rPr/>
              <a:t>4 套测试，58 项，全部隔离临时库</a:t>
            </a:r>
          </a:p>
          <a:p>
            <a:pPr/>
            <a:r>
              <a:rPr b="1">
                <a:solidFill>
                  <a:srgbClr val="2B2D42"/>
                </a:solidFill>
              </a:rPr>
              <a:t>docs/</a:t>
            </a:r>
          </a:p>
          <a:p>
            <a:pPr/>
            <a:r>
              <a:rPr/>
              <a:t>规划 PLAN.md · UI 设计方案 · devlog/ 开发日志（5 篇排障记录）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开发中的难点与解决（真实排障）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731520">
                <a:tc>
                  <a:txBody>
                    <a:bodyPr/>
                    <a:lstStyle/>
                    <a:p>
                      <a:r>
                        <a:t>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解决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全局热键 RegisterHotKey 不派发 WM_HOTKEY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改用 GetAsyncKeyState 轮询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微信复制聊天记录不带昵称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消息流特征识别 + AI 语义判断问答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旧库 TEXT 列与整数比较崩溃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读取一律 int() 强转 + 兼容测试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测试污染真实用户数据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测试全部隔离到临时库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后台窗口被 Windows 前台锁定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原生 API 强制置顶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工程质量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58 项自动化测试全绿</a:t>
            </a:r>
          </a:p>
          <a:p>
            <a:pPr/>
            <a:r>
              <a:rPr/>
              <a:t>核心存储 / 聊天记录整理 / 悬浮窗全流程 / 到期提醒，4 套测试全部隔离临时库</a:t>
            </a:r>
          </a:p>
          <a:p>
            <a:pPr/>
            <a:r>
              <a:rPr b="1"/>
              <a:t>开发日志</a:t>
            </a:r>
          </a:p>
          <a:p>
            <a:pPr/>
            <a:r>
              <a:rPr/>
              <a:t>按天记录技术验证与排障全过程，是「主动分析并解决问题」的直接证据</a:t>
            </a:r>
          </a:p>
          <a:p>
            <a:pPr/>
            <a:r>
              <a:rPr b="1"/>
              <a:t>AI 优先 + 规则降级</a:t>
            </a:r>
          </a:p>
          <a:p>
            <a:pPr/>
            <a:r>
              <a:rPr/>
              <a:t>断网 / 失败时自动降级，功能不瘫</a:t>
            </a:r>
          </a:p>
          <a:p>
            <a:pPr/>
            <a:r>
              <a:rPr b="1"/>
              <a:t>隐私设计</a:t>
            </a:r>
          </a:p>
          <a:p>
            <a:pPr/>
            <a:r>
              <a:rPr/>
              <a:t>平时不读剪贴板，仅按需读取；数据全部本地</a:t>
            </a:r>
          </a:p>
          <a:p>
            <a:pPr/>
            <a:r>
              <a:rPr b="1"/>
              <a:t>Git 全程提交</a:t>
            </a:r>
          </a:p>
          <a:p>
            <a:pPr/>
            <a:r>
              <a:rPr/>
              <a:t>每项功能独立 commit，可回溯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打包为免安装 exe（任何人双击即用，无需装 Python）</a:t>
            </a:r>
          </a:p>
          <a:p>
            <a:pPr/>
            <a:r>
              <a:rPr/>
              <a:t>AI 每周信息回顾（自动总结本周收纳的内容）</a:t>
            </a:r>
          </a:p>
          <a:p>
            <a:pPr/>
            <a:r>
              <a:rPr/>
              <a:t>移动端入口（微信转发即可收纳）</a:t>
            </a:r>
          </a:p>
          <a:p>
            <a:pPr/>
            <a:r>
              <a:rPr/>
              <a:t>数据导出 / 备份一键化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谢谢观看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拾光 · 把散落的信息，收成看得见的时光 ✨</a:t>
            </a:r>
          </a:p>
          <a:p/>
          <a:p>
            <a:r>
              <a:t>GitHub：https://github.com/joeezhzz/shiguang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2194560"/>
            <a:ext cx="1828800" cy="54864"/>
          </a:xfrm>
          <a:prstGeom prst="rect">
            <a:avLst/>
          </a:prstGeom>
          <a:solidFill>
            <a:srgbClr val="C68A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